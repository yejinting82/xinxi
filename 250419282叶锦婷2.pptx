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7" r:id="rId3"/>
    <p:sldId id="258" r:id="rId5"/>
    <p:sldId id="259" r:id="rId6"/>
    <p:sldId id="260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77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2" clrIdx="0"/>
  <p:cmAuthor id="2" name="作者" initials="A" lastIdx="0" clrIdx="1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76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1.png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文本框 7" descr="门旁边的墙上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5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>
            <a:off x="1" y="0"/>
            <a:ext cx="12191998" cy="6858000"/>
          </a:xfrm>
          <a:prstGeom prst="rect">
            <a:avLst/>
          </a:prstGeom>
          <a:noFill/>
        </p:spPr>
      </p:pic>
      <p:sp>
        <p:nvSpPr>
          <p:cNvPr id="30" name="圆: 空心 29"/>
          <p:cNvSpPr/>
          <p:nvPr>
            <p:custDataLst>
              <p:tags r:id="rId4"/>
            </p:custDataLst>
          </p:nvPr>
        </p:nvSpPr>
        <p:spPr>
          <a:xfrm rot="5400000">
            <a:off x="7315787" y="1302555"/>
            <a:ext cx="2814149" cy="2821407"/>
          </a:xfrm>
          <a:prstGeom prst="donut">
            <a:avLst>
              <a:gd name="adj" fmla="val 22664"/>
            </a:avLst>
          </a:prstGeom>
          <a:gradFill flip="none" rotWithShape="1">
            <a:gsLst>
              <a:gs pos="32000">
                <a:srgbClr val="ECECF0">
                  <a:alpha val="0"/>
                </a:srgb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MiSans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5"/>
            </p:custDataLst>
          </p:nvPr>
        </p:nvCxnSpPr>
        <p:spPr>
          <a:xfrm>
            <a:off x="2450124" y="3677527"/>
            <a:ext cx="457200" cy="0"/>
          </a:xfrm>
          <a:prstGeom prst="line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" descr="7b0a20202020227461726765744d6f64756c65223a202270726f636573734f6e6c696e65466f6e7473220a7d0a"/>
          <p:cNvSpPr txBox="1">
            <a:spLocks noGrp="1"/>
          </p:cNvSpPr>
          <p:nvPr>
            <p:ph type="title" idx="3" hasCustomPrompt="1"/>
            <p:custDataLst>
              <p:tags r:id="rId6"/>
            </p:custDataLst>
          </p:nvPr>
        </p:nvSpPr>
        <p:spPr>
          <a:xfrm>
            <a:off x="2348230" y="1402715"/>
            <a:ext cx="7165340" cy="200914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8" name="副标题" descr="7b0a20202020227461726765744d6f64756c65223a202270726f636573734f6e6c696e65466f6e7473220a7d0a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3114675" y="3495675"/>
            <a:ext cx="6398895" cy="7747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600" b="0" i="0" u="none" strike="noStrike" kern="1200" cap="none" spc="500" normalizeH="0" baseline="0" noProof="1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lt"/>
                <a:cs typeface="MiSans" panose="00000500000000000000" charset="-122"/>
                <a:sym typeface="+mn-ea"/>
              </a:defRPr>
            </a:lvl1pPr>
          </a:lstStyle>
          <a:p>
            <a:pPr lvl="0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2348229" y="4585652"/>
            <a:ext cx="2117725" cy="4578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wrap="square" lIns="0" r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 descr="7b0a20202020227461726765744d6f64756c65223a202270726f636573734f6e6c696e65466f6e7473220a7d0a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j-lt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4288157" y="2769870"/>
            <a:ext cx="3615688" cy="10896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圆: 空心 1"/>
          <p:cNvSpPr/>
          <p:nvPr userDrawn="1">
            <p:custDataLst>
              <p:tags r:id="rId6"/>
            </p:custDataLst>
          </p:nvPr>
        </p:nvSpPr>
        <p:spPr>
          <a:xfrm>
            <a:off x="3363180" y="783273"/>
            <a:ext cx="5392615" cy="5392615"/>
          </a:xfrm>
          <a:prstGeom prst="donut">
            <a:avLst>
              <a:gd name="adj" fmla="val 19617"/>
            </a:avLst>
          </a:prstGeom>
          <a:gradFill flip="none" rotWithShape="1">
            <a:gsLst>
              <a:gs pos="27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MiSans" panose="00000500000000000000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门旁边的墙上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5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>
            <a:off x="1" y="0"/>
            <a:ext cx="12191998" cy="6858000"/>
          </a:xfrm>
          <a:prstGeom prst="rect">
            <a:avLst/>
          </a:prstGeom>
        </p:spPr>
      </p:pic>
      <p:sp>
        <p:nvSpPr>
          <p:cNvPr id="30" name="圆: 空心 29"/>
          <p:cNvSpPr/>
          <p:nvPr>
            <p:custDataLst>
              <p:tags r:id="rId4"/>
            </p:custDataLst>
          </p:nvPr>
        </p:nvSpPr>
        <p:spPr>
          <a:xfrm>
            <a:off x="937847" y="1174285"/>
            <a:ext cx="2814149" cy="2814149"/>
          </a:xfrm>
          <a:prstGeom prst="donut">
            <a:avLst>
              <a:gd name="adj" fmla="val 22664"/>
            </a:avLst>
          </a:prstGeom>
          <a:gradFill flip="none" rotWithShape="1">
            <a:gsLst>
              <a:gs pos="33000">
                <a:srgbClr val="ECECF0">
                  <a:alpha val="0"/>
                </a:srgbClr>
              </a:gs>
              <a:gs pos="91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MiSans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2309495" y="2964180"/>
            <a:ext cx="6913245" cy="2065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309494" y="2244090"/>
            <a:ext cx="6913245" cy="8477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4800" b="0" i="0" u="none" strike="noStrike" kern="1200" cap="none" spc="100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j-lt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6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b="0" dirty="0"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b="0"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/>
          <p:cNvSpPr/>
          <p:nvPr userDrawn="1">
            <p:custDataLst>
              <p:tags r:id="rId2"/>
            </p:custDataLst>
          </p:nvPr>
        </p:nvSpPr>
        <p:spPr>
          <a:xfrm>
            <a:off x="-6092" y="2573"/>
            <a:ext cx="683878" cy="728321"/>
          </a:xfrm>
          <a:custGeom>
            <a:avLst/>
            <a:gdLst>
              <a:gd name="connsiteX0" fmla="*/ 604834 w 683878"/>
              <a:gd name="connsiteY0" fmla="*/ 0 h 728321"/>
              <a:gd name="connsiteX1" fmla="*/ 648236 w 683878"/>
              <a:gd name="connsiteY1" fmla="*/ 80864 h 728321"/>
              <a:gd name="connsiteX2" fmla="*/ 394224 w 683878"/>
              <a:gd name="connsiteY2" fmla="*/ 692631 h 728321"/>
              <a:gd name="connsiteX3" fmla="*/ 35673 w 683878"/>
              <a:gd name="connsiteY3" fmla="*/ 692469 h 728321"/>
              <a:gd name="connsiteX4" fmla="*/ 0 w 683878"/>
              <a:gd name="connsiteY4" fmla="*/ 673504 h 728321"/>
              <a:gd name="connsiteX5" fmla="*/ 45 w 683878"/>
              <a:gd name="connsiteY5" fmla="*/ 397741 h 728321"/>
              <a:gd name="connsiteX6" fmla="*/ 3110 w 683878"/>
              <a:gd name="connsiteY6" fmla="*/ 403451 h 728321"/>
              <a:gd name="connsiteX7" fmla="*/ 313115 w 683878"/>
              <a:gd name="connsiteY7" fmla="*/ 496476 h 728321"/>
              <a:gd name="connsiteX8" fmla="*/ 451989 w 683878"/>
              <a:gd name="connsiteY8" fmla="*/ 162010 h 728321"/>
              <a:gd name="connsiteX9" fmla="*/ 117459 w 683878"/>
              <a:gd name="connsiteY9" fmla="*/ 23293 h 728321"/>
              <a:gd name="connsiteX10" fmla="*/ 1825 w 683878"/>
              <a:gd name="connsiteY10" fmla="*/ 118421 h 728321"/>
              <a:gd name="connsiteX11" fmla="*/ 91 w 683878"/>
              <a:gd name="connsiteY11" fmla="*/ 121677 h 728321"/>
              <a:gd name="connsiteX12" fmla="*/ 111 w 683878"/>
              <a:gd name="connsiteY12" fmla="*/ 100 h 728321"/>
              <a:gd name="connsiteX13" fmla="*/ 604834 w 683878"/>
              <a:gd name="connsiteY13" fmla="*/ 0 h 72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3878" h="728321">
                <a:moveTo>
                  <a:pt x="604834" y="0"/>
                </a:moveTo>
                <a:lnTo>
                  <a:pt x="648236" y="80864"/>
                </a:lnTo>
                <a:cubicBezTo>
                  <a:pt x="747060" y="319863"/>
                  <a:pt x="633335" y="593761"/>
                  <a:pt x="394224" y="692631"/>
                </a:cubicBezTo>
                <a:cubicBezTo>
                  <a:pt x="274668" y="742067"/>
                  <a:pt x="146403" y="738385"/>
                  <a:pt x="35673" y="692469"/>
                </a:cubicBezTo>
                <a:lnTo>
                  <a:pt x="0" y="673504"/>
                </a:lnTo>
                <a:lnTo>
                  <a:pt x="45" y="397741"/>
                </a:lnTo>
                <a:lnTo>
                  <a:pt x="3110" y="403451"/>
                </a:lnTo>
                <a:cubicBezTo>
                  <a:pt x="69761" y="502135"/>
                  <a:pt x="198730" y="543773"/>
                  <a:pt x="313115" y="496476"/>
                </a:cubicBezTo>
                <a:cubicBezTo>
                  <a:pt x="443842" y="442421"/>
                  <a:pt x="506018" y="292676"/>
                  <a:pt x="451989" y="162010"/>
                </a:cubicBezTo>
                <a:cubicBezTo>
                  <a:pt x="397960" y="31345"/>
                  <a:pt x="248185" y="-30762"/>
                  <a:pt x="117459" y="23293"/>
                </a:cubicBezTo>
                <a:cubicBezTo>
                  <a:pt x="68436" y="43563"/>
                  <a:pt x="29053" y="77290"/>
                  <a:pt x="1825" y="118421"/>
                </a:cubicBezTo>
                <a:lnTo>
                  <a:pt x="91" y="121677"/>
                </a:lnTo>
                <a:lnTo>
                  <a:pt x="111" y="100"/>
                </a:lnTo>
                <a:lnTo>
                  <a:pt x="604834" y="0"/>
                </a:lnTo>
                <a:close/>
              </a:path>
            </a:pathLst>
          </a:custGeom>
          <a:gradFill flip="none" rotWithShape="1">
            <a:gsLst>
              <a:gs pos="33000">
                <a:schemeClr val="bg1">
                  <a:alpha val="0"/>
                </a:schemeClr>
              </a:gs>
              <a:gs pos="88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>
            <p:custDataLst>
              <p:tags r:id="rId2"/>
            </p:custDataLst>
          </p:nvPr>
        </p:nvSpPr>
        <p:spPr>
          <a:xfrm>
            <a:off x="10528235" y="5352757"/>
            <a:ext cx="1663756" cy="1505347"/>
          </a:xfrm>
          <a:custGeom>
            <a:avLst/>
            <a:gdLst>
              <a:gd name="connsiteX0" fmla="*/ 1663756 w 1663756"/>
              <a:gd name="connsiteY0" fmla="*/ 0 h 1505347"/>
              <a:gd name="connsiteX1" fmla="*/ 1663448 w 1663756"/>
              <a:gd name="connsiteY1" fmla="*/ 721124 h 1505347"/>
              <a:gd name="connsiteX2" fmla="*/ 1559311 w 1663756"/>
              <a:gd name="connsiteY2" fmla="*/ 738909 h 1505347"/>
              <a:gd name="connsiteX3" fmla="*/ 1345905 w 1663756"/>
              <a:gd name="connsiteY3" fmla="*/ 810930 h 1505347"/>
              <a:gd name="connsiteX4" fmla="*/ 761888 w 1663756"/>
              <a:gd name="connsiteY4" fmla="*/ 1432106 h 1505347"/>
              <a:gd name="connsiteX5" fmla="*/ 738539 w 1663756"/>
              <a:gd name="connsiteY5" fmla="*/ 1505347 h 1505347"/>
              <a:gd name="connsiteX6" fmla="*/ 699919 w 1663756"/>
              <a:gd name="connsiteY6" fmla="*/ 1504681 h 1505347"/>
              <a:gd name="connsiteX7" fmla="*/ 0 w 1663756"/>
              <a:gd name="connsiteY7" fmla="*/ 1505295 h 1505347"/>
              <a:gd name="connsiteX8" fmla="*/ 35272 w 1663756"/>
              <a:gd name="connsiteY8" fmla="*/ 1345860 h 1505347"/>
              <a:gd name="connsiteX9" fmla="*/ 1049799 w 1663756"/>
              <a:gd name="connsiteY9" fmla="*/ 155437 h 1505347"/>
              <a:gd name="connsiteX10" fmla="*/ 1580244 w 1663756"/>
              <a:gd name="connsiteY10" fmla="*/ 6378 h 1505347"/>
              <a:gd name="connsiteX11" fmla="*/ 1663756 w 1663756"/>
              <a:gd name="connsiteY11" fmla="*/ 0 h 150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3756" h="1505347">
                <a:moveTo>
                  <a:pt x="1663756" y="0"/>
                </a:moveTo>
                <a:lnTo>
                  <a:pt x="1663448" y="721124"/>
                </a:lnTo>
                <a:lnTo>
                  <a:pt x="1559311" y="738909"/>
                </a:lnTo>
                <a:cubicBezTo>
                  <a:pt x="1487335" y="755400"/>
                  <a:pt x="1415920" y="779302"/>
                  <a:pt x="1345905" y="810930"/>
                </a:cubicBezTo>
                <a:cubicBezTo>
                  <a:pt x="1065266" y="937703"/>
                  <a:pt x="863047" y="1165585"/>
                  <a:pt x="761888" y="1432106"/>
                </a:cubicBezTo>
                <a:lnTo>
                  <a:pt x="738539" y="1505347"/>
                </a:lnTo>
                <a:lnTo>
                  <a:pt x="699919" y="1504681"/>
                </a:lnTo>
                <a:lnTo>
                  <a:pt x="0" y="1505295"/>
                </a:lnTo>
                <a:lnTo>
                  <a:pt x="35272" y="1345860"/>
                </a:lnTo>
                <a:cubicBezTo>
                  <a:pt x="174165" y="835899"/>
                  <a:pt x="530762" y="389902"/>
                  <a:pt x="1049799" y="155437"/>
                </a:cubicBezTo>
                <a:cubicBezTo>
                  <a:pt x="1222812" y="77282"/>
                  <a:pt x="1401220" y="28037"/>
                  <a:pt x="1580244" y="6378"/>
                </a:cubicBezTo>
                <a:lnTo>
                  <a:pt x="1663756" y="0"/>
                </a:lnTo>
                <a:close/>
              </a:path>
            </a:pathLst>
          </a:custGeom>
          <a:gradFill flip="none" rotWithShape="1">
            <a:gsLst>
              <a:gs pos="31000">
                <a:schemeClr val="accent1">
                  <a:lumMod val="20000"/>
                  <a:lumOff val="80000"/>
                </a:schemeClr>
              </a:gs>
              <a:gs pos="74000">
                <a:schemeClr val="accent1"/>
              </a:gs>
            </a:gsLst>
            <a:lin ang="135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-6092" y="2573"/>
            <a:ext cx="683878" cy="728321"/>
          </a:xfrm>
          <a:custGeom>
            <a:avLst/>
            <a:gdLst>
              <a:gd name="connsiteX0" fmla="*/ 604834 w 683878"/>
              <a:gd name="connsiteY0" fmla="*/ 0 h 728321"/>
              <a:gd name="connsiteX1" fmla="*/ 648236 w 683878"/>
              <a:gd name="connsiteY1" fmla="*/ 80864 h 728321"/>
              <a:gd name="connsiteX2" fmla="*/ 394224 w 683878"/>
              <a:gd name="connsiteY2" fmla="*/ 692631 h 728321"/>
              <a:gd name="connsiteX3" fmla="*/ 35673 w 683878"/>
              <a:gd name="connsiteY3" fmla="*/ 692469 h 728321"/>
              <a:gd name="connsiteX4" fmla="*/ 0 w 683878"/>
              <a:gd name="connsiteY4" fmla="*/ 673504 h 728321"/>
              <a:gd name="connsiteX5" fmla="*/ 45 w 683878"/>
              <a:gd name="connsiteY5" fmla="*/ 397741 h 728321"/>
              <a:gd name="connsiteX6" fmla="*/ 3110 w 683878"/>
              <a:gd name="connsiteY6" fmla="*/ 403451 h 728321"/>
              <a:gd name="connsiteX7" fmla="*/ 313115 w 683878"/>
              <a:gd name="connsiteY7" fmla="*/ 496476 h 728321"/>
              <a:gd name="connsiteX8" fmla="*/ 451989 w 683878"/>
              <a:gd name="connsiteY8" fmla="*/ 162010 h 728321"/>
              <a:gd name="connsiteX9" fmla="*/ 117459 w 683878"/>
              <a:gd name="connsiteY9" fmla="*/ 23293 h 728321"/>
              <a:gd name="connsiteX10" fmla="*/ 1825 w 683878"/>
              <a:gd name="connsiteY10" fmla="*/ 118421 h 728321"/>
              <a:gd name="connsiteX11" fmla="*/ 91 w 683878"/>
              <a:gd name="connsiteY11" fmla="*/ 121677 h 728321"/>
              <a:gd name="connsiteX12" fmla="*/ 111 w 683878"/>
              <a:gd name="connsiteY12" fmla="*/ 100 h 728321"/>
              <a:gd name="connsiteX13" fmla="*/ 604834 w 683878"/>
              <a:gd name="connsiteY13" fmla="*/ 0 h 72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3878" h="728321">
                <a:moveTo>
                  <a:pt x="604834" y="0"/>
                </a:moveTo>
                <a:lnTo>
                  <a:pt x="648236" y="80864"/>
                </a:lnTo>
                <a:cubicBezTo>
                  <a:pt x="747060" y="319863"/>
                  <a:pt x="633335" y="593761"/>
                  <a:pt x="394224" y="692631"/>
                </a:cubicBezTo>
                <a:cubicBezTo>
                  <a:pt x="274668" y="742067"/>
                  <a:pt x="146403" y="738385"/>
                  <a:pt x="35673" y="692469"/>
                </a:cubicBezTo>
                <a:lnTo>
                  <a:pt x="0" y="673504"/>
                </a:lnTo>
                <a:lnTo>
                  <a:pt x="45" y="397741"/>
                </a:lnTo>
                <a:lnTo>
                  <a:pt x="3110" y="403451"/>
                </a:lnTo>
                <a:cubicBezTo>
                  <a:pt x="69761" y="502135"/>
                  <a:pt x="198730" y="543773"/>
                  <a:pt x="313115" y="496476"/>
                </a:cubicBezTo>
                <a:cubicBezTo>
                  <a:pt x="443842" y="442421"/>
                  <a:pt x="506018" y="292676"/>
                  <a:pt x="451989" y="162010"/>
                </a:cubicBezTo>
                <a:cubicBezTo>
                  <a:pt x="397960" y="31345"/>
                  <a:pt x="248185" y="-30762"/>
                  <a:pt x="117459" y="23293"/>
                </a:cubicBezTo>
                <a:cubicBezTo>
                  <a:pt x="68436" y="43563"/>
                  <a:pt x="29053" y="77290"/>
                  <a:pt x="1825" y="118421"/>
                </a:cubicBezTo>
                <a:lnTo>
                  <a:pt x="91" y="121677"/>
                </a:lnTo>
                <a:lnTo>
                  <a:pt x="111" y="100"/>
                </a:lnTo>
                <a:lnTo>
                  <a:pt x="604834" y="0"/>
                </a:lnTo>
                <a:close/>
              </a:path>
            </a:pathLst>
          </a:custGeom>
          <a:gradFill flip="none" rotWithShape="1">
            <a:gsLst>
              <a:gs pos="33000">
                <a:schemeClr val="bg1">
                  <a:alpha val="0"/>
                </a:schemeClr>
              </a:gs>
              <a:gs pos="88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Sans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 descr="7b0a20202020227461726765744d6f64756c65223a202270726f636573734f6e6c696e65466f6e7473220a7d0a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611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 b="0">
                <a:sym typeface="+mn-ea"/>
              </a:defRPr>
            </a:lvl1pPr>
          </a:lstStyle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文本框 7" descr="门旁边的墙上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5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>
            <a:off x="1" y="0"/>
            <a:ext cx="12191998" cy="6858000"/>
          </a:xfrm>
          <a:prstGeom prst="rect">
            <a:avLst/>
          </a:prstGeom>
          <a:noFill/>
        </p:spPr>
      </p:pic>
      <p:sp>
        <p:nvSpPr>
          <p:cNvPr id="30" name="圆: 空心 29"/>
          <p:cNvSpPr/>
          <p:nvPr>
            <p:custDataLst>
              <p:tags r:id="rId4"/>
            </p:custDataLst>
          </p:nvPr>
        </p:nvSpPr>
        <p:spPr>
          <a:xfrm>
            <a:off x="6301239" y="708025"/>
            <a:ext cx="2814149" cy="2814149"/>
          </a:xfrm>
          <a:prstGeom prst="donut">
            <a:avLst>
              <a:gd name="adj" fmla="val 22664"/>
            </a:avLst>
          </a:prstGeom>
          <a:gradFill flip="none" rotWithShape="1">
            <a:gsLst>
              <a:gs pos="33000">
                <a:srgbClr val="ECECF0">
                  <a:alpha val="0"/>
                </a:srgbClr>
              </a:gs>
              <a:gs pos="91000">
                <a:schemeClr val="accent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MiSans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2287905" y="1416050"/>
            <a:ext cx="7611110" cy="22847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单击编辑标题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2287904" y="3918584"/>
            <a:ext cx="2117725" cy="4578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wrap="square" lIns="0" r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11038205" y="5814695"/>
            <a:ext cx="1153795" cy="1043940"/>
          </a:xfrm>
          <a:custGeom>
            <a:avLst/>
            <a:gdLst>
              <a:gd name="connsiteX0" fmla="*/ 1663756 w 1663756"/>
              <a:gd name="connsiteY0" fmla="*/ 0 h 1505347"/>
              <a:gd name="connsiteX1" fmla="*/ 1663448 w 1663756"/>
              <a:gd name="connsiteY1" fmla="*/ 721124 h 1505347"/>
              <a:gd name="connsiteX2" fmla="*/ 1559311 w 1663756"/>
              <a:gd name="connsiteY2" fmla="*/ 738909 h 1505347"/>
              <a:gd name="connsiteX3" fmla="*/ 1345905 w 1663756"/>
              <a:gd name="connsiteY3" fmla="*/ 810930 h 1505347"/>
              <a:gd name="connsiteX4" fmla="*/ 761888 w 1663756"/>
              <a:gd name="connsiteY4" fmla="*/ 1432106 h 1505347"/>
              <a:gd name="connsiteX5" fmla="*/ 738539 w 1663756"/>
              <a:gd name="connsiteY5" fmla="*/ 1505347 h 1505347"/>
              <a:gd name="connsiteX6" fmla="*/ 699919 w 1663756"/>
              <a:gd name="connsiteY6" fmla="*/ 1504681 h 1505347"/>
              <a:gd name="connsiteX7" fmla="*/ 0 w 1663756"/>
              <a:gd name="connsiteY7" fmla="*/ 1505295 h 1505347"/>
              <a:gd name="connsiteX8" fmla="*/ 35272 w 1663756"/>
              <a:gd name="connsiteY8" fmla="*/ 1345860 h 1505347"/>
              <a:gd name="connsiteX9" fmla="*/ 1049799 w 1663756"/>
              <a:gd name="connsiteY9" fmla="*/ 155437 h 1505347"/>
              <a:gd name="connsiteX10" fmla="*/ 1580244 w 1663756"/>
              <a:gd name="connsiteY10" fmla="*/ 6378 h 1505347"/>
              <a:gd name="connsiteX11" fmla="*/ 1663756 w 1663756"/>
              <a:gd name="connsiteY11" fmla="*/ 0 h 150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3756" h="1505347">
                <a:moveTo>
                  <a:pt x="1663756" y="0"/>
                </a:moveTo>
                <a:lnTo>
                  <a:pt x="1663448" y="721124"/>
                </a:lnTo>
                <a:lnTo>
                  <a:pt x="1559311" y="738909"/>
                </a:lnTo>
                <a:cubicBezTo>
                  <a:pt x="1487335" y="755400"/>
                  <a:pt x="1415920" y="779302"/>
                  <a:pt x="1345905" y="810930"/>
                </a:cubicBezTo>
                <a:cubicBezTo>
                  <a:pt x="1065266" y="937703"/>
                  <a:pt x="863047" y="1165585"/>
                  <a:pt x="761888" y="1432106"/>
                </a:cubicBezTo>
                <a:lnTo>
                  <a:pt x="738539" y="1505347"/>
                </a:lnTo>
                <a:lnTo>
                  <a:pt x="699919" y="1504681"/>
                </a:lnTo>
                <a:lnTo>
                  <a:pt x="0" y="1505295"/>
                </a:lnTo>
                <a:lnTo>
                  <a:pt x="35272" y="1345860"/>
                </a:lnTo>
                <a:cubicBezTo>
                  <a:pt x="174165" y="835899"/>
                  <a:pt x="530762" y="389902"/>
                  <a:pt x="1049799" y="155437"/>
                </a:cubicBezTo>
                <a:cubicBezTo>
                  <a:pt x="1222812" y="77282"/>
                  <a:pt x="1401220" y="28037"/>
                  <a:pt x="1580244" y="6378"/>
                </a:cubicBezTo>
                <a:lnTo>
                  <a:pt x="1663756" y="0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alpha val="0"/>
                </a:schemeClr>
              </a:gs>
              <a:gs pos="74000">
                <a:schemeClr val="accent1">
                  <a:alpha val="67000"/>
                </a:schemeClr>
              </a:gs>
            </a:gsLst>
            <a:lin ang="135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13"/>
            </p:custDataLst>
          </p:nvPr>
        </p:nvSpPr>
        <p:spPr>
          <a:xfrm>
            <a:off x="-6092" y="2573"/>
            <a:ext cx="683878" cy="728321"/>
          </a:xfrm>
          <a:custGeom>
            <a:avLst/>
            <a:gdLst>
              <a:gd name="connsiteX0" fmla="*/ 604834 w 683878"/>
              <a:gd name="connsiteY0" fmla="*/ 0 h 728321"/>
              <a:gd name="connsiteX1" fmla="*/ 648236 w 683878"/>
              <a:gd name="connsiteY1" fmla="*/ 80864 h 728321"/>
              <a:gd name="connsiteX2" fmla="*/ 394224 w 683878"/>
              <a:gd name="connsiteY2" fmla="*/ 692631 h 728321"/>
              <a:gd name="connsiteX3" fmla="*/ 35673 w 683878"/>
              <a:gd name="connsiteY3" fmla="*/ 692469 h 728321"/>
              <a:gd name="connsiteX4" fmla="*/ 0 w 683878"/>
              <a:gd name="connsiteY4" fmla="*/ 673504 h 728321"/>
              <a:gd name="connsiteX5" fmla="*/ 45 w 683878"/>
              <a:gd name="connsiteY5" fmla="*/ 397741 h 728321"/>
              <a:gd name="connsiteX6" fmla="*/ 3110 w 683878"/>
              <a:gd name="connsiteY6" fmla="*/ 403451 h 728321"/>
              <a:gd name="connsiteX7" fmla="*/ 313115 w 683878"/>
              <a:gd name="connsiteY7" fmla="*/ 496476 h 728321"/>
              <a:gd name="connsiteX8" fmla="*/ 451989 w 683878"/>
              <a:gd name="connsiteY8" fmla="*/ 162010 h 728321"/>
              <a:gd name="connsiteX9" fmla="*/ 117459 w 683878"/>
              <a:gd name="connsiteY9" fmla="*/ 23293 h 728321"/>
              <a:gd name="connsiteX10" fmla="*/ 1825 w 683878"/>
              <a:gd name="connsiteY10" fmla="*/ 118421 h 728321"/>
              <a:gd name="connsiteX11" fmla="*/ 91 w 683878"/>
              <a:gd name="connsiteY11" fmla="*/ 121677 h 728321"/>
              <a:gd name="connsiteX12" fmla="*/ 111 w 683878"/>
              <a:gd name="connsiteY12" fmla="*/ 100 h 728321"/>
              <a:gd name="connsiteX13" fmla="*/ 604834 w 683878"/>
              <a:gd name="connsiteY13" fmla="*/ 0 h 72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3878" h="728321">
                <a:moveTo>
                  <a:pt x="604834" y="0"/>
                </a:moveTo>
                <a:lnTo>
                  <a:pt x="648236" y="80864"/>
                </a:lnTo>
                <a:cubicBezTo>
                  <a:pt x="747060" y="319863"/>
                  <a:pt x="633335" y="593761"/>
                  <a:pt x="394224" y="692631"/>
                </a:cubicBezTo>
                <a:cubicBezTo>
                  <a:pt x="274668" y="742067"/>
                  <a:pt x="146403" y="738385"/>
                  <a:pt x="35673" y="692469"/>
                </a:cubicBezTo>
                <a:lnTo>
                  <a:pt x="0" y="673504"/>
                </a:lnTo>
                <a:lnTo>
                  <a:pt x="45" y="397741"/>
                </a:lnTo>
                <a:lnTo>
                  <a:pt x="3110" y="403451"/>
                </a:lnTo>
                <a:cubicBezTo>
                  <a:pt x="69761" y="502135"/>
                  <a:pt x="198730" y="543773"/>
                  <a:pt x="313115" y="496476"/>
                </a:cubicBezTo>
                <a:cubicBezTo>
                  <a:pt x="443842" y="442421"/>
                  <a:pt x="506018" y="292676"/>
                  <a:pt x="451989" y="162010"/>
                </a:cubicBezTo>
                <a:cubicBezTo>
                  <a:pt x="397960" y="31345"/>
                  <a:pt x="248185" y="-30762"/>
                  <a:pt x="117459" y="23293"/>
                </a:cubicBezTo>
                <a:cubicBezTo>
                  <a:pt x="68436" y="43563"/>
                  <a:pt x="29053" y="77290"/>
                  <a:pt x="1825" y="118421"/>
                </a:cubicBezTo>
                <a:lnTo>
                  <a:pt x="91" y="121677"/>
                </a:lnTo>
                <a:lnTo>
                  <a:pt x="111" y="100"/>
                </a:lnTo>
                <a:lnTo>
                  <a:pt x="604834" y="0"/>
                </a:lnTo>
                <a:close/>
              </a:path>
            </a:pathLst>
          </a:custGeom>
          <a:gradFill flip="none" rotWithShape="1">
            <a:gsLst>
              <a:gs pos="33000">
                <a:schemeClr val="bg1">
                  <a:alpha val="0"/>
                </a:schemeClr>
              </a:gs>
              <a:gs pos="88000">
                <a:schemeClr val="accent1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" panose="000005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" panose="000005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116CEE"/>
              </a:buClr>
              <a:buSzTx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>
              <a:buChar char="●"/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lvl="2">
              <a:buChar char="●"/>
            </a:pPr>
            <a:r>
              <a:rPr lang="zh-CN" altLang="en-US" dirty="0"/>
              <a:t>三级</a:t>
            </a:r>
            <a:endParaRPr lang="zh-CN" altLang="en-US" dirty="0"/>
          </a:p>
          <a:p>
            <a:pPr lvl="3">
              <a:buFont typeface="Wingdings" panose="05000000000000000000" charset="0"/>
              <a:buChar char=""/>
            </a:pP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300" normalizeH="0" baseline="0" dirty="0" smtClean="0">
          <a:ln>
            <a:noFill/>
            <a:prstDash val="sysDot"/>
          </a:ln>
          <a:solidFill>
            <a:schemeClr val="accent1"/>
          </a:solidFill>
          <a:latin typeface="+mj-ea"/>
          <a:ea typeface="+mj-ea"/>
          <a:cs typeface="+mj-lt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MiSans" panose="00000500000000000000" charset="-122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116CEE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MiSans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3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>
          <a:xfrm>
            <a:off x="1193165" y="1904365"/>
            <a:ext cx="8320405" cy="1276350"/>
          </a:xfrm>
        </p:spPr>
        <p:txBody>
          <a:bodyPr>
            <a:noAutofit/>
          </a:bodyPr>
          <a:lstStyle/>
          <a:p>
            <a:pPr algn="ctr"/>
            <a:r>
              <a:rPr sz="5400"/>
              <a:t>学习</a:t>
            </a:r>
            <a:r>
              <a:rPr lang="en-US" altLang="zh-CN" sz="5400"/>
              <a:t>office</a:t>
            </a:r>
            <a:r>
              <a:rPr sz="5400"/>
              <a:t>高效办公指南</a:t>
            </a:r>
            <a:endParaRPr sz="5400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从入门到核心</a:t>
            </a:r>
            <a:r>
              <a:rPr lang="zh-CN" altLang="en-US"/>
              <a:t>运用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汇报人：叶锦</a:t>
            </a:r>
            <a:r>
              <a:rPr lang="zh-CN" altLang="en-US"/>
              <a:t>婷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9" name="矩形: 圆角 18"/>
          <p:cNvSpPr/>
          <p:nvPr>
            <p:custDataLst>
              <p:tags r:id="rId2"/>
            </p:custDataLst>
          </p:nvPr>
        </p:nvSpPr>
        <p:spPr>
          <a:xfrm flipH="1">
            <a:off x="699135" y="1233170"/>
            <a:ext cx="3564255" cy="1676400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cs typeface="MiSans" panose="00000500000000000000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 flipH="1">
            <a:off x="3759200" y="1727200"/>
            <a:ext cx="26987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: 形状 32"/>
          <p:cNvSpPr/>
          <p:nvPr>
            <p:custDataLst>
              <p:tags r:id="rId4"/>
            </p:custDataLst>
          </p:nvPr>
        </p:nvSpPr>
        <p:spPr>
          <a:xfrm flipH="1">
            <a:off x="718185" y="2828925"/>
            <a:ext cx="3526155" cy="80645"/>
          </a:xfrm>
          <a:custGeom>
            <a:avLst/>
            <a:gdLst>
              <a:gd name="connsiteX0" fmla="*/ 0 w 3526330"/>
              <a:gd name="connsiteY0" fmla="*/ 0 h 80388"/>
              <a:gd name="connsiteX1" fmla="*/ 3526330 w 3526330"/>
              <a:gd name="connsiteY1" fmla="*/ 0 h 80388"/>
              <a:gd name="connsiteX2" fmla="*/ 3510777 w 3526330"/>
              <a:gd name="connsiteY2" fmla="*/ 25636 h 80388"/>
              <a:gd name="connsiteX3" fmla="*/ 3394677 w 3526330"/>
              <a:gd name="connsiteY3" fmla="*/ 80388 h 80388"/>
              <a:gd name="connsiteX4" fmla="*/ 131653 w 3526330"/>
              <a:gd name="connsiteY4" fmla="*/ 80388 h 80388"/>
              <a:gd name="connsiteX5" fmla="*/ 15554 w 3526330"/>
              <a:gd name="connsiteY5" fmla="*/ 25636 h 8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6330" h="80388">
                <a:moveTo>
                  <a:pt x="0" y="0"/>
                </a:moveTo>
                <a:lnTo>
                  <a:pt x="3526330" y="0"/>
                </a:lnTo>
                <a:lnTo>
                  <a:pt x="3510777" y="25636"/>
                </a:lnTo>
                <a:cubicBezTo>
                  <a:pt x="3483181" y="59074"/>
                  <a:pt x="3441418" y="80388"/>
                  <a:pt x="3394677" y="80388"/>
                </a:cubicBezTo>
                <a:lnTo>
                  <a:pt x="131653" y="80388"/>
                </a:lnTo>
                <a:cubicBezTo>
                  <a:pt x="84913" y="80388"/>
                  <a:pt x="43150" y="59074"/>
                  <a:pt x="15554" y="25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cs typeface="MiSans" panose="00000500000000000000" charset="-122"/>
            </a:endParaRPr>
          </a:p>
        </p:txBody>
      </p:sp>
      <p:sp>
        <p:nvSpPr>
          <p:cNvPr id="20" name="序号"/>
          <p:cNvSpPr txBox="1"/>
          <p:nvPr>
            <p:custDataLst>
              <p:tags r:id="rId5"/>
            </p:custDataLst>
          </p:nvPr>
        </p:nvSpPr>
        <p:spPr>
          <a:xfrm>
            <a:off x="718185" y="1217295"/>
            <a:ext cx="898179" cy="9207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4000" dirty="0">
                <a:solidFill>
                  <a:schemeClr val="accent1">
                    <a:alpha val="3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4000" dirty="0">
              <a:solidFill>
                <a:schemeClr val="accent1">
                  <a:alpha val="3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6" name="标题"/>
          <p:cNvSpPr txBox="1"/>
          <p:nvPr>
            <p:custDataLst>
              <p:tags r:id="rId6"/>
            </p:custDataLst>
          </p:nvPr>
        </p:nvSpPr>
        <p:spPr>
          <a:xfrm>
            <a:off x="1635414" y="1845310"/>
            <a:ext cx="2489546" cy="89640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en-US" altLang="zh-CN" sz="24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Word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核心技巧</a:t>
            </a:r>
            <a:endParaRPr lang="en-US" altLang="zh-CN" sz="24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: 圆角 2"/>
          <p:cNvSpPr/>
          <p:nvPr>
            <p:custDataLst>
              <p:tags r:id="rId7"/>
            </p:custDataLst>
          </p:nvPr>
        </p:nvSpPr>
        <p:spPr>
          <a:xfrm flipH="1">
            <a:off x="699135" y="4065270"/>
            <a:ext cx="3564255" cy="1676400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cs typeface="MiSans" panose="00000500000000000000" charset="-122"/>
              <a:sym typeface="+mn-ea"/>
            </a:endParaRPr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 flipH="1">
            <a:off x="3759200" y="4559300"/>
            <a:ext cx="26987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/>
          <p:cNvSpPr/>
          <p:nvPr>
            <p:custDataLst>
              <p:tags r:id="rId9"/>
            </p:custDataLst>
          </p:nvPr>
        </p:nvSpPr>
        <p:spPr>
          <a:xfrm flipH="1">
            <a:off x="718185" y="5661025"/>
            <a:ext cx="3526155" cy="80645"/>
          </a:xfrm>
          <a:custGeom>
            <a:avLst/>
            <a:gdLst>
              <a:gd name="connsiteX0" fmla="*/ 0 w 3526330"/>
              <a:gd name="connsiteY0" fmla="*/ 0 h 80388"/>
              <a:gd name="connsiteX1" fmla="*/ 3526330 w 3526330"/>
              <a:gd name="connsiteY1" fmla="*/ 0 h 80388"/>
              <a:gd name="connsiteX2" fmla="*/ 3510777 w 3526330"/>
              <a:gd name="connsiteY2" fmla="*/ 25636 h 80388"/>
              <a:gd name="connsiteX3" fmla="*/ 3394677 w 3526330"/>
              <a:gd name="connsiteY3" fmla="*/ 80388 h 80388"/>
              <a:gd name="connsiteX4" fmla="*/ 131653 w 3526330"/>
              <a:gd name="connsiteY4" fmla="*/ 80388 h 80388"/>
              <a:gd name="connsiteX5" fmla="*/ 15554 w 3526330"/>
              <a:gd name="connsiteY5" fmla="*/ 25636 h 8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6330" h="80388">
                <a:moveTo>
                  <a:pt x="0" y="0"/>
                </a:moveTo>
                <a:lnTo>
                  <a:pt x="3526330" y="0"/>
                </a:lnTo>
                <a:lnTo>
                  <a:pt x="3510777" y="25636"/>
                </a:lnTo>
                <a:cubicBezTo>
                  <a:pt x="3483181" y="59074"/>
                  <a:pt x="3441418" y="80388"/>
                  <a:pt x="3394677" y="80388"/>
                </a:cubicBezTo>
                <a:lnTo>
                  <a:pt x="131653" y="80388"/>
                </a:lnTo>
                <a:cubicBezTo>
                  <a:pt x="84913" y="80388"/>
                  <a:pt x="43150" y="59074"/>
                  <a:pt x="15554" y="25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cs typeface="MiSans" panose="00000500000000000000" charset="-122"/>
            </a:endParaRPr>
          </a:p>
        </p:txBody>
      </p:sp>
      <p:sp>
        <p:nvSpPr>
          <p:cNvPr id="10" name="序号"/>
          <p:cNvSpPr txBox="1"/>
          <p:nvPr>
            <p:custDataLst>
              <p:tags r:id="rId10"/>
            </p:custDataLst>
          </p:nvPr>
        </p:nvSpPr>
        <p:spPr>
          <a:xfrm>
            <a:off x="718185" y="4049395"/>
            <a:ext cx="898179" cy="9207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4000" dirty="0">
                <a:solidFill>
                  <a:schemeClr val="accent1">
                    <a:alpha val="3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4000" dirty="0">
              <a:solidFill>
                <a:schemeClr val="accent1">
                  <a:alpha val="3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标题"/>
          <p:cNvSpPr txBox="1"/>
          <p:nvPr>
            <p:custDataLst>
              <p:tags r:id="rId11"/>
            </p:custDataLst>
          </p:nvPr>
        </p:nvSpPr>
        <p:spPr>
          <a:xfrm>
            <a:off x="1635414" y="4677410"/>
            <a:ext cx="2489546" cy="89640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 lnSpcReduction="10000"/>
          </a:bodyPr>
          <a:lstStyle/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en-US" altLang="zh-CN" sz="24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PowerPoint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设计原则</a:t>
            </a:r>
            <a:endParaRPr lang="zh-CN" altLang="en-US" sz="24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4" name="矩形: 圆角 33"/>
          <p:cNvSpPr/>
          <p:nvPr>
            <p:custDataLst>
              <p:tags r:id="rId12"/>
            </p:custDataLst>
          </p:nvPr>
        </p:nvSpPr>
        <p:spPr>
          <a:xfrm>
            <a:off x="7814310" y="1217295"/>
            <a:ext cx="3564255" cy="1676400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cs typeface="MiSans" panose="00000500000000000000" charset="-122"/>
              <a:sym typeface="+mn-ea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3"/>
            </p:custDataLst>
          </p:nvPr>
        </p:nvCxnSpPr>
        <p:spPr>
          <a:xfrm>
            <a:off x="8048625" y="1711325"/>
            <a:ext cx="269875" cy="0"/>
          </a:xfrm>
          <a:prstGeom prst="line">
            <a:avLst/>
          </a:prstGeom>
          <a:solidFill>
            <a:schemeClr val="accent1"/>
          </a:solidFill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任意多边形: 形状 37"/>
          <p:cNvSpPr/>
          <p:nvPr>
            <p:custDataLst>
              <p:tags r:id="rId14"/>
            </p:custDataLst>
          </p:nvPr>
        </p:nvSpPr>
        <p:spPr>
          <a:xfrm>
            <a:off x="7833360" y="2813685"/>
            <a:ext cx="3526155" cy="80645"/>
          </a:xfrm>
          <a:custGeom>
            <a:avLst/>
            <a:gdLst>
              <a:gd name="connsiteX0" fmla="*/ 0 w 3526330"/>
              <a:gd name="connsiteY0" fmla="*/ 0 h 80388"/>
              <a:gd name="connsiteX1" fmla="*/ 3526330 w 3526330"/>
              <a:gd name="connsiteY1" fmla="*/ 0 h 80388"/>
              <a:gd name="connsiteX2" fmla="*/ 3510777 w 3526330"/>
              <a:gd name="connsiteY2" fmla="*/ 25636 h 80388"/>
              <a:gd name="connsiteX3" fmla="*/ 3394677 w 3526330"/>
              <a:gd name="connsiteY3" fmla="*/ 80388 h 80388"/>
              <a:gd name="connsiteX4" fmla="*/ 131653 w 3526330"/>
              <a:gd name="connsiteY4" fmla="*/ 80388 h 80388"/>
              <a:gd name="connsiteX5" fmla="*/ 15554 w 3526330"/>
              <a:gd name="connsiteY5" fmla="*/ 25636 h 8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6330" h="80388">
                <a:moveTo>
                  <a:pt x="0" y="0"/>
                </a:moveTo>
                <a:lnTo>
                  <a:pt x="3526330" y="0"/>
                </a:lnTo>
                <a:lnTo>
                  <a:pt x="3510777" y="25636"/>
                </a:lnTo>
                <a:cubicBezTo>
                  <a:pt x="3483181" y="59074"/>
                  <a:pt x="3441418" y="80388"/>
                  <a:pt x="3394677" y="80388"/>
                </a:cubicBezTo>
                <a:lnTo>
                  <a:pt x="131653" y="80388"/>
                </a:lnTo>
                <a:cubicBezTo>
                  <a:pt x="84913" y="80388"/>
                  <a:pt x="43150" y="59074"/>
                  <a:pt x="15554" y="25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cs typeface="MiSans" panose="00000500000000000000" charset="-122"/>
            </a:endParaRPr>
          </a:p>
        </p:txBody>
      </p:sp>
      <p:sp>
        <p:nvSpPr>
          <p:cNvPr id="39" name="标题"/>
          <p:cNvSpPr txBox="1"/>
          <p:nvPr>
            <p:custDataLst>
              <p:tags r:id="rId15"/>
            </p:custDataLst>
          </p:nvPr>
        </p:nvSpPr>
        <p:spPr>
          <a:xfrm>
            <a:off x="7955280" y="1861185"/>
            <a:ext cx="2213955" cy="89640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24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Excel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数据处理</a:t>
            </a:r>
            <a:endParaRPr lang="zh-CN" altLang="en-US" sz="24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1" name="序号"/>
          <p:cNvSpPr txBox="1"/>
          <p:nvPr>
            <p:custDataLst>
              <p:tags r:id="rId16"/>
            </p:custDataLst>
          </p:nvPr>
        </p:nvSpPr>
        <p:spPr>
          <a:xfrm>
            <a:off x="10463530" y="1235075"/>
            <a:ext cx="895985" cy="9207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 lang="en-US" altLang="zh-CN" sz="4000" dirty="0">
                <a:solidFill>
                  <a:schemeClr val="accent1">
                    <a:alpha val="30000"/>
                  </a:schemeClr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4000" dirty="0">
              <a:solidFill>
                <a:schemeClr val="accent1">
                  <a:alpha val="3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矩形: 圆角 43"/>
          <p:cNvSpPr/>
          <p:nvPr>
            <p:custDataLst>
              <p:tags r:id="rId17"/>
            </p:custDataLst>
          </p:nvPr>
        </p:nvSpPr>
        <p:spPr>
          <a:xfrm>
            <a:off x="7814310" y="4064635"/>
            <a:ext cx="3564255" cy="1676400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cs typeface="MiSans" panose="00000500000000000000" charset="-122"/>
              <a:sym typeface="+mn-ea"/>
            </a:endParaRPr>
          </a:p>
        </p:txBody>
      </p:sp>
      <p:cxnSp>
        <p:nvCxnSpPr>
          <p:cNvPr id="45" name="直接连接符 44"/>
          <p:cNvCxnSpPr/>
          <p:nvPr>
            <p:custDataLst>
              <p:tags r:id="rId18"/>
            </p:custDataLst>
          </p:nvPr>
        </p:nvCxnSpPr>
        <p:spPr>
          <a:xfrm>
            <a:off x="8048625" y="4558665"/>
            <a:ext cx="269875" cy="0"/>
          </a:xfrm>
          <a:prstGeom prst="line">
            <a:avLst/>
          </a:prstGeom>
          <a:solidFill>
            <a:schemeClr val="accent1"/>
          </a:solidFill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任意多边形: 形状 45"/>
          <p:cNvSpPr/>
          <p:nvPr>
            <p:custDataLst>
              <p:tags r:id="rId19"/>
            </p:custDataLst>
          </p:nvPr>
        </p:nvSpPr>
        <p:spPr>
          <a:xfrm>
            <a:off x="7833360" y="5661025"/>
            <a:ext cx="3526155" cy="80645"/>
          </a:xfrm>
          <a:custGeom>
            <a:avLst/>
            <a:gdLst>
              <a:gd name="connsiteX0" fmla="*/ 0 w 3526330"/>
              <a:gd name="connsiteY0" fmla="*/ 0 h 80388"/>
              <a:gd name="connsiteX1" fmla="*/ 3526330 w 3526330"/>
              <a:gd name="connsiteY1" fmla="*/ 0 h 80388"/>
              <a:gd name="connsiteX2" fmla="*/ 3510777 w 3526330"/>
              <a:gd name="connsiteY2" fmla="*/ 25636 h 80388"/>
              <a:gd name="connsiteX3" fmla="*/ 3394677 w 3526330"/>
              <a:gd name="connsiteY3" fmla="*/ 80388 h 80388"/>
              <a:gd name="connsiteX4" fmla="*/ 131653 w 3526330"/>
              <a:gd name="connsiteY4" fmla="*/ 80388 h 80388"/>
              <a:gd name="connsiteX5" fmla="*/ 15554 w 3526330"/>
              <a:gd name="connsiteY5" fmla="*/ 25636 h 8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6330" h="80388">
                <a:moveTo>
                  <a:pt x="0" y="0"/>
                </a:moveTo>
                <a:lnTo>
                  <a:pt x="3526330" y="0"/>
                </a:lnTo>
                <a:lnTo>
                  <a:pt x="3510777" y="25636"/>
                </a:lnTo>
                <a:cubicBezTo>
                  <a:pt x="3483181" y="59074"/>
                  <a:pt x="3441418" y="80388"/>
                  <a:pt x="3394677" y="80388"/>
                </a:cubicBezTo>
                <a:lnTo>
                  <a:pt x="131653" y="80388"/>
                </a:lnTo>
                <a:cubicBezTo>
                  <a:pt x="84913" y="80388"/>
                  <a:pt x="43150" y="59074"/>
                  <a:pt x="15554" y="25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cs typeface="MiSans" panose="00000500000000000000" charset="-122"/>
            </a:endParaRPr>
          </a:p>
        </p:txBody>
      </p:sp>
      <p:sp>
        <p:nvSpPr>
          <p:cNvPr id="47" name="标题"/>
          <p:cNvSpPr txBox="1"/>
          <p:nvPr>
            <p:custDataLst>
              <p:tags r:id="rId20"/>
            </p:custDataLst>
          </p:nvPr>
        </p:nvSpPr>
        <p:spPr>
          <a:xfrm>
            <a:off x="7955280" y="4708525"/>
            <a:ext cx="2213955" cy="89640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高效办公建议</a:t>
            </a:r>
            <a:endParaRPr lang="zh-CN" altLang="en-US" sz="24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endParaRPr lang="zh-CN" altLang="en-US" sz="24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9" name="序号"/>
          <p:cNvSpPr txBox="1"/>
          <p:nvPr>
            <p:custDataLst>
              <p:tags r:id="rId21"/>
            </p:custDataLst>
          </p:nvPr>
        </p:nvSpPr>
        <p:spPr>
          <a:xfrm>
            <a:off x="10463530" y="4082415"/>
            <a:ext cx="895985" cy="9207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 lang="en-US" altLang="zh-CN" sz="4000" dirty="0">
                <a:solidFill>
                  <a:schemeClr val="accent1">
                    <a:alpha val="30000"/>
                  </a:schemeClr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4000" dirty="0">
              <a:solidFill>
                <a:schemeClr val="accent1">
                  <a:alpha val="30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Word</a:t>
            </a:r>
            <a:r>
              <a:rPr lang="zh-CN" altLang="en-US"/>
              <a:t>核心技巧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97500"/>
          </a:bodyPr>
          <a:lstStyle/>
          <a:p>
            <a:r>
              <a:rPr lang="zh-CN" altLang="en-US"/>
              <a:t>Part One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文档排版与效率提升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505" y="170561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格式设置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样式库应用：快速统一标题</a:t>
            </a:r>
            <a:r>
              <a:rPr lang="en-US" altLang="zh-CN"/>
              <a:t>/</a:t>
            </a:r>
            <a:r>
              <a:rPr lang="zh-CN" altLang="en-US"/>
              <a:t>正文格式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导航窗格：文档结构一目了然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高效功能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查找替换：支持通配符的高级替换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自动目录：一键生成并更新目录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协作功能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审阅模式：追踪所有修改记录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版本对比：自动识别内容差异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Excel</a:t>
            </a:r>
            <a:r>
              <a:rPr lang="zh-CN" altLang="en-US"/>
              <a:t>数据处理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Part </a:t>
            </a:r>
            <a:r>
              <a:t>two</a:t>
            </a: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数据分析与可视化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505" y="170561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数据整理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分列功能：快速拆分复杂数据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删除重复值：数据清洗必备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公式应用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VLOOKUP/XLOOKUP</a:t>
            </a:r>
            <a:r>
              <a:rPr lang="zh-CN" altLang="en-US"/>
              <a:t>：数据查询匹配</a:t>
            </a:r>
            <a:endParaRPr lang="zh-CN" altLang="en-US"/>
          </a:p>
          <a:p>
            <a:r>
              <a:rPr lang="en-US" altLang="zh-CN"/>
              <a:t>· SUMIFS/COUNTIFS</a:t>
            </a:r>
            <a:r>
              <a:rPr lang="zh-CN" altLang="en-US"/>
              <a:t>：多条件统计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数据可视化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条件格式：数据趋势直观呈现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数据透视表：多维度动态分析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PowerPoint</a:t>
            </a:r>
            <a:r>
              <a:rPr lang="zh-CN" altLang="en-US"/>
              <a:t>设计原则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Part </a:t>
            </a:r>
            <a:r>
              <a:t>three</a:t>
            </a: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专业演示文稿制作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505" y="170561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设计理念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少即是多：每页一个核心观点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视觉统一：字体</a:t>
            </a:r>
            <a:r>
              <a:rPr lang="en-US" altLang="zh-CN"/>
              <a:t>/</a:t>
            </a:r>
            <a:r>
              <a:rPr lang="zh-CN" altLang="en-US"/>
              <a:t>配色</a:t>
            </a:r>
            <a:r>
              <a:rPr lang="en-US" altLang="zh-CN"/>
              <a:t>/</a:t>
            </a:r>
            <a:r>
              <a:rPr lang="zh-CN" altLang="en-US"/>
              <a:t>风格一致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排版技巧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智能参考线：精准对齐各元素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母版设计：全局样式批量修改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进阶功能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平滑切换：创造流畅视觉体验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演讲者视图：备注提示仅自己可见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高效办公建议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Part </a:t>
            </a:r>
            <a:r>
              <a:t>four</a:t>
            </a: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跨软件协作技巧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505" y="170561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通用快捷操作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Ctrl+S</a:t>
            </a:r>
            <a:r>
              <a:rPr lang="zh-CN" altLang="en-US"/>
              <a:t>：随时保存（最重要！）</a:t>
            </a:r>
            <a:endParaRPr lang="zh-CN" altLang="en-US"/>
          </a:p>
          <a:p>
            <a:r>
              <a:rPr lang="en-US" altLang="zh-CN"/>
              <a:t>· Ctrl+Z/Y</a:t>
            </a:r>
            <a:r>
              <a:rPr lang="zh-CN" altLang="en-US"/>
              <a:t>：撤销与恢复操作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文件管理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</a:t>
            </a:r>
            <a:r>
              <a:rPr lang="zh-CN" altLang="en-US"/>
              <a:t>合理命名：日期</a:t>
            </a:r>
            <a:r>
              <a:rPr lang="en-US" altLang="zh-CN"/>
              <a:t>+</a:t>
            </a:r>
            <a:r>
              <a:rPr lang="zh-CN" altLang="en-US"/>
              <a:t>主题</a:t>
            </a:r>
            <a:r>
              <a:rPr lang="en-US" altLang="zh-CN"/>
              <a:t>+</a:t>
            </a:r>
            <a:r>
              <a:rPr lang="zh-CN" altLang="en-US"/>
              <a:t>版本号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云端存储：</a:t>
            </a:r>
            <a:r>
              <a:rPr lang="en-US" altLang="zh-CN"/>
              <a:t>OneDrive</a:t>
            </a:r>
            <a:r>
              <a:rPr lang="zh-CN" altLang="en-US"/>
              <a:t>实时同步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效率工具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· Office</a:t>
            </a:r>
            <a:r>
              <a:rPr lang="zh-CN" altLang="en-US"/>
              <a:t>手机端：随时查看编辑</a:t>
            </a:r>
            <a:endParaRPr lang="zh-CN" altLang="en-US"/>
          </a:p>
          <a:p>
            <a:r>
              <a:rPr lang="en-US" altLang="zh-CN"/>
              <a:t>· </a:t>
            </a:r>
            <a:r>
              <a:rPr lang="zh-CN" altLang="en-US"/>
              <a:t>模板资源：善用官方模板库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总结与提升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69920" y="575606"/>
            <a:ext cx="115146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69920" y="1609633"/>
            <a:ext cx="11264880" cy="4415586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1285240" y="5554980"/>
            <a:ext cx="45042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971040" y="5554980"/>
            <a:ext cx="8938260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1210945" y="1784985"/>
            <a:ext cx="9973945" cy="3547110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 lnSpcReduction="20000"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关键回顾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1.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善用样式，保持格式统一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2.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数据整理先于数据分析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3.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视觉设计服务于内容表达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4.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定期保存，善用快捷操作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持续学习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·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微软官方学习平台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·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每日使用一个小技巧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·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参与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Office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社区交流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感谢您的观看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汇报人：叶锦</a:t>
            </a:r>
            <a:r>
              <a:rPr lang="zh-CN" altLang="en-US"/>
              <a:t>婷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CONTENT_GROUP_TYPE" val="contentchip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PRESET_TEXT" val="目录"/>
  <p:tag name="KSO_WM_UNIT_VALUE" val="4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  <p:tag name="KSO_WM_UNIT_CONTENT_GROUP_TYPE" val="contentchip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CONTENT_GROUP_TYPE" val="contentchip"/>
</p:tagLst>
</file>

<file path=ppt/tags/tag23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2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CONTENT_GROUP_TYPE" val="contentchip"/>
  <p:tag name="KSO_WM_UNIT_TYPE" val="i"/>
  <p:tag name="KSO_WM_UNIT_INDEX" val="2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58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58"/>
</p:tagLst>
</file>

<file path=ppt/tags/tag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58"/>
  <p:tag name="KSO_WM_TEMPLATE_THUMBS_INDEX" val="1、9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1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单击添加文档标题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58_1*b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CONTENT_GROUP_TYPE" val="contentchip"/>
  <p:tag name="KSO_WM_UNIT_TEXT_TYPE" val="1"/>
  <p:tag name="KSO_WM_UNIT_PRESET_TEXT" val="WPS,a click to unlimited possibilities"/>
</p:tagLst>
</file>

<file path=ppt/tags/tag7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58_1*f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78.xml><?xml version="1.0" encoding="utf-8"?>
<p:tagLst xmlns:p="http://schemas.openxmlformats.org/presentationml/2006/main">
  <p:tag name="KSO_WM_SLIDE_ID" val="custom2023025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58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LIDE_CONTENT_AREA" val="{&quot;left&quot;:&quot;117.35&quot;,&quot;top&quot;:&quot;84.25&quot;,&quot;width&quot;:&quot;702.45&quot;,&quot;height&quot;:&quot;371.5&quot;}"/>
</p:tagLst>
</file>

<file path=ppt/tags/tag7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30258_4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VALUE" val="4"/>
  <p:tag name="KSO_WM_DIAGRAM_GROUP_CODE" val="l1-1"/>
  <p:tag name="KSO_WM_UNIT_TYPE" val="a"/>
  <p:tag name="KSO_WM_UNIT_INDEX" val="1"/>
  <p:tag name="KSO_WM_UNIT_PRESET_TEXT_INDEX" val="-1"/>
  <p:tag name="KSO_WM_UNIT_PRESET_TEXT_LEN" val="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custom20230258_4*l_h_i*1_1_4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30258_4*l_h_i*1_1_2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30258_4*l_h_i*1_1_3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258_4*l_h_i*1_1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8_4*l_h_f*1_1_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TEXT_TYPE" val="1"/>
  <p:tag name="KSO_WM_UNIT_TEXT_LAYER_COUNT" val="1"/>
  <p:tag name="KSO_WM_UNIT_PRESET_TEXT" val="添加目录标题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custom20230258_4*l_h_i*1_2_4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0258_4*l_h_i*1_2_2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custom20230258_4*l_h_i*1_2_3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258_4*l_h_i*1_2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8_4*l_h_f*1_2_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TEXT_TYPE" val="1"/>
  <p:tag name="KSO_WM_UNIT_TEXT_LAYER_COUNT" val="1"/>
  <p:tag name="KSO_WM_UNIT_PRESET_TEXT" val="添加目录标题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custom20230258_4*l_h_i*1_3_4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0258_4*l_h_i*1_3_2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1,&quot;foreColorIndex&quot;:5,&quot;transparency&quot;: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custom20230258_4*l_h_i*1_3_3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8_4*l_h_f*1_3_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TEXT_TYPE" val="1"/>
  <p:tag name="KSO_WM_UNIT_TEXT_LAYER_COUNT" val="1"/>
  <p:tag name="KSO_WM_UNIT_PRESET_TEXT" val="添加目录标题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258_4*l_h_i*1_3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custom20230258_4*l_h_i*1_4_4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7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0258_4*l_h_i*1_4_2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1,&quot;foreColorIndex&quot;:5,&quot;transparency&quot;: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custom20230258_4*l_h_i*1_4_3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8_4*l_h_f*1_4_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TEXT_TYPE" val="1"/>
  <p:tag name="KSO_WM_UNIT_TEXT_LAYER_COUNT" val="1"/>
  <p:tag name="KSO_WM_UNIT_PRESET_TEXT" val="添加目录标题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58_4*l_h_i*1_4_1"/>
  <p:tag name="KSO_WM_TEMPLATE_CATEGORY" val="custom"/>
  <p:tag name="KSO_WM_TEMPLATE_INDEX" val="20230258"/>
  <p:tag name="KSO_WM_UNIT_LAYERLEVEL" val="1_1_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51.29998779296875,&quot;left&quot;:40.29998779296875,&quot;top&quot;:48.325006103515626,&quot;width&quot;:870.4000244140625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0.xml><?xml version="1.0" encoding="utf-8"?>
<p:tagLst xmlns:p="http://schemas.openxmlformats.org/presentationml/2006/main">
  <p:tag name="KSO_WM_SLIDE_ID" val="custom20230258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58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7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CONTENT_GROUP_TYPE" val="contentchip"/>
  <p:tag name="KSO_WM_UNIT_TEXT_TYPE" val="1"/>
  <p:tag name="KSO_WM_UNIT_PRESET_TEXT" val="添加章节标题"/>
</p:tagLst>
</file>

<file path=ppt/tags/tag10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8_7*e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contentchip"/>
  <p:tag name="KSO_WM_UNIT_PRESET_TEXT_INDEX" val="-1"/>
  <p:tag name="KSO_WM_UNIT_PRESET_TEXT_LEN" val="0"/>
</p:tagLst>
</file>

<file path=ppt/tags/tag103.xml><?xml version="1.0" encoding="utf-8"?>
<p:tagLst xmlns:p="http://schemas.openxmlformats.org/presentationml/2006/main">
  <p:tag name="KSO_WM_SLIDE_ID" val="custom2023025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8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52.8&quot;,&quot;top&quot;:&quot;76.45&quot;,&quot;width&quot;:&quot;704.15&quot;,&quot;height&quot;:&quot;329.85&quot;}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8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titlestyle"/>
  <p:tag name="KSO_WM_UNIT_TEXT_TYPE" val="1"/>
  <p:tag name="KSO_WM_UNIT_PRESET_TEXT" val="单击此处添加标题"/>
</p:tagLst>
</file>

<file path=ppt/tags/tag105.xml><?xml version="1.0" encoding="utf-8"?>
<p:tagLst xmlns:p="http://schemas.openxmlformats.org/presentationml/2006/main">
  <p:tag name="KSO_WM_SLIDE_ID" val="custom20230258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258"/>
  <p:tag name="KSO_WM_SLIDE_LAYOUT" val="a_f"/>
  <p:tag name="KSO_WM_SLIDE_LAYOUT_CNT" val="1_1"/>
  <p:tag name="KSO_WM_SLIDE_TYPE" val="text"/>
  <p:tag name="KSO_WM_SLIDE_SUBTYPE" val="pureTxt"/>
  <p:tag name="KSO_WM_SLIDE_SIZE" val="864*444"/>
  <p:tag name="KSO_WM_SLIDE_POSITION" val="47*47"/>
  <p:tag name="KSO_WM_SLIDE_LAYOUT_NAME" val="标题和内容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7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CONTENT_GROUP_TYPE" val="contentchip"/>
  <p:tag name="KSO_WM_UNIT_TEXT_TYPE" val="1"/>
  <p:tag name="KSO_WM_UNIT_PRESET_TEXT" val="添加章节标题"/>
</p:tagLst>
</file>

<file path=ppt/tags/tag10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8_7*e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contentchip"/>
  <p:tag name="KSO_WM_UNIT_PRESET_TEXT_INDEX" val="-1"/>
  <p:tag name="KSO_WM_UNIT_PRESET_TEXT_LEN" val="0"/>
</p:tagLst>
</file>

<file path=ppt/tags/tag108.xml><?xml version="1.0" encoding="utf-8"?>
<p:tagLst xmlns:p="http://schemas.openxmlformats.org/presentationml/2006/main">
  <p:tag name="KSO_WM_SLIDE_ID" val="custom2023025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8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52.8&quot;,&quot;top&quot;:&quot;76.45&quot;,&quot;width&quot;:&quot;704.15&quot;,&quot;height&quot;:&quot;329.85&quot;}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8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titlestyle"/>
  <p:tag name="KSO_WM_UNIT_TEXT_TYPE" val="1"/>
  <p:tag name="KSO_WM_UNIT_PRESET_TEXT" val="单击此处添加标题"/>
</p:tagLst>
</file>

<file path=ppt/tags/tag110.xml><?xml version="1.0" encoding="utf-8"?>
<p:tagLst xmlns:p="http://schemas.openxmlformats.org/presentationml/2006/main">
  <p:tag name="KSO_WM_SLIDE_ID" val="custom20230258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258"/>
  <p:tag name="KSO_WM_SLIDE_LAYOUT" val="a_f"/>
  <p:tag name="KSO_WM_SLIDE_LAYOUT_CNT" val="1_1"/>
  <p:tag name="KSO_WM_SLIDE_TYPE" val="text"/>
  <p:tag name="KSO_WM_SLIDE_SUBTYPE" val="pureTxt"/>
  <p:tag name="KSO_WM_SLIDE_SIZE" val="864*444"/>
  <p:tag name="KSO_WM_SLIDE_POSITION" val="47*47"/>
  <p:tag name="KSO_WM_SLIDE_LAYOUT_NAME" val="标题和内容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7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CONTENT_GROUP_TYPE" val="contentchip"/>
  <p:tag name="KSO_WM_UNIT_TEXT_TYPE" val="1"/>
  <p:tag name="KSO_WM_UNIT_PRESET_TEXT" val="添加章节标题"/>
</p:tagLst>
</file>

<file path=ppt/tags/tag11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8_7*e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contentchip"/>
  <p:tag name="KSO_WM_UNIT_PRESET_TEXT_INDEX" val="-1"/>
  <p:tag name="KSO_WM_UNIT_PRESET_TEXT_LEN" val="0"/>
</p:tagLst>
</file>

<file path=ppt/tags/tag113.xml><?xml version="1.0" encoding="utf-8"?>
<p:tagLst xmlns:p="http://schemas.openxmlformats.org/presentationml/2006/main">
  <p:tag name="KSO_WM_SLIDE_ID" val="custom2023025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8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52.8&quot;,&quot;top&quot;:&quot;76.45&quot;,&quot;width&quot;:&quot;704.15&quot;,&quot;height&quot;:&quot;329.85&quot;}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8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titlestyle"/>
  <p:tag name="KSO_WM_UNIT_TEXT_TYPE" val="1"/>
  <p:tag name="KSO_WM_UNIT_PRESET_TEXT" val="单击此处添加标题"/>
</p:tagLst>
</file>

<file path=ppt/tags/tag115.xml><?xml version="1.0" encoding="utf-8"?>
<p:tagLst xmlns:p="http://schemas.openxmlformats.org/presentationml/2006/main">
  <p:tag name="KSO_WM_SLIDE_ID" val="custom20230258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258"/>
  <p:tag name="KSO_WM_SLIDE_LAYOUT" val="a_f"/>
  <p:tag name="KSO_WM_SLIDE_LAYOUT_CNT" val="1_1"/>
  <p:tag name="KSO_WM_SLIDE_TYPE" val="text"/>
  <p:tag name="KSO_WM_SLIDE_SUBTYPE" val="pureTxt"/>
  <p:tag name="KSO_WM_SLIDE_SIZE" val="864*444"/>
  <p:tag name="KSO_WM_SLIDE_POSITION" val="47*47"/>
  <p:tag name="KSO_WM_SLIDE_LAYOUT_NAME" val="标题和内容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7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CONTENT_GROUP_TYPE" val="contentchip"/>
  <p:tag name="KSO_WM_UNIT_TEXT_TYPE" val="1"/>
  <p:tag name="KSO_WM_UNIT_PRESET_TEXT" val="添加章节标题"/>
</p:tagLst>
</file>

<file path=ppt/tags/tag11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8_7*e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contentchip"/>
  <p:tag name="KSO_WM_UNIT_PRESET_TEXT_INDEX" val="-1"/>
  <p:tag name="KSO_WM_UNIT_PRESET_TEXT_LEN" val="0"/>
</p:tagLst>
</file>

<file path=ppt/tags/tag118.xml><?xml version="1.0" encoding="utf-8"?>
<p:tagLst xmlns:p="http://schemas.openxmlformats.org/presentationml/2006/main">
  <p:tag name="KSO_WM_SLIDE_ID" val="custom2023025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8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52.8&quot;,&quot;top&quot;:&quot;76.45&quot;,&quot;width&quot;:&quot;704.15&quot;,&quot;height&quot;:&quot;329.85&quot;}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8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titlestyle"/>
  <p:tag name="KSO_WM_UNIT_TEXT_TYPE" val="1"/>
  <p:tag name="KSO_WM_UNIT_PRESET_TEXT" val="单击此处添加标题"/>
</p:tagLst>
</file>

<file path=ppt/tags/tag120.xml><?xml version="1.0" encoding="utf-8"?>
<p:tagLst xmlns:p="http://schemas.openxmlformats.org/presentationml/2006/main">
  <p:tag name="KSO_WM_SLIDE_ID" val="custom20230258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258"/>
  <p:tag name="KSO_WM_SLIDE_LAYOUT" val="a_f"/>
  <p:tag name="KSO_WM_SLIDE_LAYOUT_CNT" val="1_1"/>
  <p:tag name="KSO_WM_SLIDE_TYPE" val="text"/>
  <p:tag name="KSO_WM_SLIDE_SUBTYPE" val="pureTxt"/>
  <p:tag name="KSO_WM_SLIDE_SIZE" val="864*444"/>
  <p:tag name="KSO_WM_SLIDE_POSITION" val="47*47"/>
  <p:tag name="KSO_WM_SLIDE_LAYOUT_NAME" val="标题和内容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374_1*i*1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4_1*i*2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4_1*i*4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127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58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8_9*a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CONTENT_GROUP_TYPE" val="contentchip"/>
</p:tagLst>
</file>

<file path=ppt/tags/tag129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58_9*f*1"/>
  <p:tag name="KSO_WM_TEMPLATE_CATEGORY" val="custom"/>
  <p:tag name="KSO_WM_TEMPLATE_INDEX" val="20230258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130.xml><?xml version="1.0" encoding="utf-8"?>
<p:tagLst xmlns:p="http://schemas.openxmlformats.org/presentationml/2006/main">
  <p:tag name="KSO_WM_SLIDE_ID" val="custom2023025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58"/>
  <p:tag name="KSO_WM_SLIDE_LAYOUT" val="a_f"/>
  <p:tag name="KSO_WM_SLIDE_LAYOUT_CNT" val="1_1"/>
  <p:tag name="KSO_WM_SLIDE_TYPE" val="endPage"/>
  <p:tag name="KSO_WM_SLIDE_SUBTYPE" val="pureTxt"/>
  <p:tag name="KSO_WM_SLIDE_CONTENT_AREA" val="{&quot;left&quot;:&quot;142.05&quot;,&quot;top&quot;:&quot;44.6&quot;,&quot;width&quot;:&quot;677.65&quot;,&quot;height&quot;:&quot;350.6&quot;}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7">
      <a:majorFont>
        <a:latin typeface="MiSans Heavy"/>
        <a:ea typeface="MiSans Heavy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WPS 演示</Application>
  <PresentationFormat>宽屏</PresentationFormat>
  <Paragraphs>133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MiSans</vt:lpstr>
      <vt:lpstr>Wingdings</vt:lpstr>
      <vt:lpstr>微软雅黑</vt:lpstr>
      <vt:lpstr>MiSans Heavy</vt:lpstr>
      <vt:lpstr>Arial Unicode MS</vt:lpstr>
      <vt:lpstr>+中文正文</vt:lpstr>
      <vt:lpstr>Segoe Print</vt:lpstr>
      <vt:lpstr>MiSans</vt:lpstr>
      <vt:lpstr>Office 主题</vt:lpstr>
      <vt:lpstr>单击添加文档标题</vt:lpstr>
      <vt:lpstr>目录</vt:lpstr>
      <vt:lpstr>添加章节标题</vt:lpstr>
      <vt:lpstr>单击此处添加标题</vt:lpstr>
      <vt:lpstr>添加章节标题</vt:lpstr>
      <vt:lpstr>文档排版与效率提升</vt:lpstr>
      <vt:lpstr>Excel数据处理</vt:lpstr>
      <vt:lpstr>数据分析与可视化</vt:lpstr>
      <vt:lpstr>PowerPoint设计原则 </vt:lpstr>
      <vt:lpstr>专业演示文稿制作</vt:lpstr>
      <vt:lpstr>单击此处添加标题</vt:lpstr>
      <vt:lpstr>感谢您的观看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Ancient spirit demon </cp:lastModifiedBy>
  <cp:revision>5</cp:revision>
  <dcterms:created xsi:type="dcterms:W3CDTF">2026-01-02T06:05:00Z</dcterms:created>
  <dcterms:modified xsi:type="dcterms:W3CDTF">2026-01-02T13:56:11Z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58AD392719BB47219F7C05462069E3F1_11</vt:lpwstr>
  </property>
</Properties>
</file>